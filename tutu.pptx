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10800000">
            <a:off x="8229600" y="3200400"/>
            <a:ext cx="3962095" cy="3657600"/>
          </a:xfrm>
          <a:prstGeom prst="rtTriangl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6225" y="387626"/>
            <a:ext cx="10396331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2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lang="en-US" sz="4000" b="1"/>
              <a:t>PHÂN TÍCH BIẾN ĐỘNG GIÁ CỔ PHIẾU FPT GIAI ĐOẠN 2020–2025</a:t>
            </a:r>
          </a:p>
          <a:p>
            <a:pPr algn="just">
              <a:spcAft>
                <a:spcPts val="2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sz="3600">
                <a:latin typeface="Times New Roman" panose="02020603050405020304" pitchFamily="18" charset="0"/>
                <a:cs typeface="Times New Roman" panose="02020603050405020304" pitchFamily="18" charset="0"/>
              </a:rPr>
              <a:t>Báo cáo thuyết trình môn Khoa học dữ liệu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2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Sinh Viên: Vũ Đức Tú </a:t>
            </a:r>
          </a:p>
          <a:p>
            <a:pPr algn="just">
              <a:spcAft>
                <a:spcPts val="2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MSV: K225480106068</a:t>
            </a:r>
          </a:p>
          <a:p>
            <a:pPr>
              <a:spcAft>
                <a:spcPts val="2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Lớp: K58.KTP</a:t>
            </a:r>
            <a:b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GVHD: Ts. Nguyễn Văn Huy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4432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Segoe UI"/>
              </a:defRPr>
            </a:pPr>
            <a:r>
              <a:rPr lang="en-US" sz="3200" b="1"/>
              <a:t>GIỚI THIỆU ĐỀ TÀI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799" y="950535"/>
            <a:ext cx="10376453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b="1">
                <a:latin typeface="+mj-lt"/>
              </a:rPr>
              <a:t>Mục tiêu nghiên cứu</a:t>
            </a:r>
            <a:r>
              <a:rPr lang="en-US" sz="3200" b="1">
                <a:latin typeface="+mj-lt"/>
              </a:rPr>
              <a:t>:</a:t>
            </a:r>
            <a:endParaRPr lang="vi-VN" sz="3200" b="1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vi-VN" sz="2000" b="1">
                <a:latin typeface="+mj-lt"/>
              </a:rPr>
              <a:t>5 câu hỏi phân tích dữ liệu: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+mj-lt"/>
              </a:rPr>
              <a:t>1, </a:t>
            </a:r>
            <a:r>
              <a:rPr lang="vi-VN" sz="2000">
                <a:latin typeface="+mj-lt"/>
              </a:rPr>
              <a:t>Xu hướng biến động giá cổ phiếu FPT giai đoạn 2020–2025 như thế nào?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+mj-lt"/>
              </a:rPr>
              <a:t>2, </a:t>
            </a:r>
            <a:r>
              <a:rPr lang="vi-VN" sz="2000">
                <a:latin typeface="+mj-lt"/>
              </a:rPr>
              <a:t>Năm nào cổ phiếu FPT đạt hiệu quả đầu tư cao nhất?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+mj-lt"/>
              </a:rPr>
              <a:t>3, </a:t>
            </a:r>
            <a:r>
              <a:rPr lang="vi-VN" sz="2000">
                <a:latin typeface="+mj-lt"/>
              </a:rPr>
              <a:t>Những giai đoạn nào giá cổ phiếu tăng hoặc giảm mạnh nhất?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+mj-lt"/>
              </a:rPr>
              <a:t>4, </a:t>
            </a:r>
            <a:r>
              <a:rPr lang="vi-VN" sz="2000">
                <a:latin typeface="+mj-lt"/>
              </a:rPr>
              <a:t>Khối lượng giao dịch ảnh hưởng như thế nào đến biến động giá cổ phiếu?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+mj-lt"/>
              </a:rPr>
              <a:t>5, </a:t>
            </a:r>
            <a:r>
              <a:rPr lang="vi-VN" sz="2000">
                <a:latin typeface="+mj-lt"/>
              </a:rPr>
              <a:t>Nhà đầu tư có thể rút ra những xu hướng nào từ dữ liệu lịch sử?</a:t>
            </a:r>
          </a:p>
          <a:p>
            <a:pPr>
              <a:lnSpc>
                <a:spcPct val="150000"/>
              </a:lnSpc>
            </a:pPr>
            <a:r>
              <a:rPr lang="vi-VN" sz="2000" b="1">
                <a:latin typeface="+mj-lt"/>
              </a:rPr>
              <a:t>2 câu hỏi học máy: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+mj-lt"/>
              </a:rPr>
              <a:t>1, </a:t>
            </a:r>
            <a:r>
              <a:rPr lang="vi-VN" sz="2000">
                <a:latin typeface="+mj-lt"/>
              </a:rPr>
              <a:t>Giá đóng cửa phiên giao dịch tiếp theo sẽ là bao nhiêu?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+mj-lt"/>
              </a:rPr>
              <a:t>2, </a:t>
            </a:r>
            <a:r>
              <a:rPr lang="vi-VN" sz="2000">
                <a:latin typeface="+mj-lt"/>
              </a:rPr>
              <a:t>Những giai đoạn hoặc tháng nào có đặc điểm biến động tương tự nhau?</a:t>
            </a:r>
          </a:p>
          <a:p>
            <a:br>
              <a:rPr lang="vi-VN" sz="2000">
                <a:latin typeface="+mj-lt"/>
              </a:rPr>
            </a:br>
            <a:endParaRPr lang="vi-VN" sz="200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531" y="342900"/>
            <a:ext cx="50490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Segoe UI"/>
              </a:defRPr>
            </a:pPr>
            <a:r>
              <a:rPr lang="en-US" sz="3200" b="1"/>
              <a:t>DỮ LIỆU VÀ CÔNG CỤ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35403"/>
            <a:ext cx="7374835" cy="557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vi-VN" sz="2000"/>
              <a:t>Dữ liệu được thu thập từ lịch sử giao dịch cổ phiếu FPT trong giai đoạn 2020–2025 với tổng cộng 1.498 phiên giao dịch.</a:t>
            </a:r>
          </a:p>
          <a:p>
            <a:pPr>
              <a:lnSpc>
                <a:spcPct val="150000"/>
              </a:lnSpc>
            </a:pPr>
            <a:r>
              <a:rPr lang="en-US" sz="2000" b="1"/>
              <a:t>* </a:t>
            </a:r>
            <a:r>
              <a:rPr lang="vi-VN" sz="2000" b="1"/>
              <a:t>Các thuộc tính sử dụng gồm:</a:t>
            </a:r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vi-VN" sz="2000"/>
              <a:t>Giá mở cửa</a:t>
            </a:r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vi-VN" sz="2000"/>
              <a:t>Giá đóng cửa</a:t>
            </a:r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vi-VN" sz="2000"/>
              <a:t>Giá cao nhất</a:t>
            </a:r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vi-VN" sz="2000"/>
              <a:t>Giá thấp nhất</a:t>
            </a:r>
          </a:p>
          <a:p>
            <a:pPr>
              <a:lnSpc>
                <a:spcPct val="150000"/>
              </a:lnSpc>
            </a:pPr>
            <a:r>
              <a:rPr lang="en-US" sz="2000"/>
              <a:t>- </a:t>
            </a:r>
            <a:r>
              <a:rPr lang="vi-VN" sz="2000"/>
              <a:t>Khối lượng giao dịch</a:t>
            </a:r>
          </a:p>
          <a:p>
            <a:pPr>
              <a:lnSpc>
                <a:spcPct val="150000"/>
              </a:lnSpc>
            </a:pPr>
            <a:r>
              <a:rPr lang="en-US" sz="2000"/>
              <a:t>T</a:t>
            </a:r>
            <a:r>
              <a:rPr lang="vi-VN" sz="2000"/>
              <a:t>hực hiện bằng Python kết hợp các thư viện Pandas, NumPy, Matplotlib và Scikit-Learn.</a:t>
            </a:r>
          </a:p>
          <a:p>
            <a:pPr>
              <a:lnSpc>
                <a:spcPct val="150000"/>
              </a:lnSpc>
            </a:pPr>
            <a:r>
              <a:rPr lang="vi-VN" sz="2000"/>
              <a:t>Kết quả kiểm tra cho thấy dữ liệu không có giá trị thiếu và đã được chuẩn hóa hoàn toàn trước khi phân tích.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Segoe UI"/>
              </a:defRPr>
            </a:pPr>
            <a:r>
              <a:rPr lang="vi-VN" sz="3200" b="1"/>
              <a:t>XU HƯỚNG BIẾN ĐỘNG GIÁ FPT GIAI ĐOẠN 2020–2025?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4B2195-F407-0807-4897-2170B4141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522" y="1023730"/>
            <a:ext cx="5582173" cy="58342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A21ED7B-AF4B-A9F9-A6FE-68B85CAD8D76}"/>
              </a:ext>
            </a:extLst>
          </p:cNvPr>
          <p:cNvSpPr/>
          <p:nvPr/>
        </p:nvSpPr>
        <p:spPr>
          <a:xfrm>
            <a:off x="0" y="1442978"/>
            <a:ext cx="6609522" cy="54150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C7D26B-CB09-AEB1-5D53-D5F07C5061AA}"/>
              </a:ext>
            </a:extLst>
          </p:cNvPr>
          <p:cNvSpPr/>
          <p:nvPr/>
        </p:nvSpPr>
        <p:spPr>
          <a:xfrm>
            <a:off x="0" y="1331843"/>
            <a:ext cx="6609522" cy="50093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vi-VN" sz="2100"/>
              <a:t>Biểu đồ cho thấy giá cổ phiếu FPT có xu hướng tăng trưởng rất rõ rệt trong dài hạn.</a:t>
            </a:r>
          </a:p>
          <a:p>
            <a:pPr>
              <a:lnSpc>
                <a:spcPct val="150000"/>
              </a:lnSpc>
              <a:buNone/>
            </a:pPr>
            <a:r>
              <a:rPr lang="en-US" sz="2100"/>
              <a:t>- </a:t>
            </a:r>
            <a:r>
              <a:rPr lang="vi-VN" sz="2100"/>
              <a:t>Năm 2020 giá cổ phiếu dao động quanh mức 20.000 đồng/cổ phiếu. Sau đó giá tăng liên tục qua các năm và đạt đỉnh trên 130.000 đồng/cổ phiếu vào đầu năm 2025.</a:t>
            </a:r>
          </a:p>
          <a:p>
            <a:pPr>
              <a:lnSpc>
                <a:spcPct val="150000"/>
              </a:lnSpc>
              <a:buNone/>
            </a:pPr>
            <a:r>
              <a:rPr lang="en-US" sz="2100"/>
              <a:t>- </a:t>
            </a:r>
            <a:r>
              <a:rPr lang="vi-VN" sz="2100"/>
              <a:t>Điều này phản ánh sự phát triển ổn định của FPT cũng như niềm tin của thị trường đối với doanh nghiệp.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D45718-6FDE-9BCF-5EE8-ED3BD55D3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7160"/>
            <a:ext cx="12191695" cy="6720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8CEB2A-E132-80BB-72C8-6D52A9F57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6E472F-9985-09C5-E4DE-594AAB859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609" y="1499945"/>
            <a:ext cx="6082747" cy="49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9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9E6683-4DE9-7518-FC98-B54ECD308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"/>
            <a:ext cx="12191695" cy="6720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62A891-7C74-1CA7-2C86-184123A9D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"/>
            <a:ext cx="12191694" cy="6720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47F376-2C23-9544-5969-29EC41C8C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644" y="1904970"/>
            <a:ext cx="6506817" cy="4519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F3721A-2550-6471-AC6E-F9558D9F4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"/>
            <a:ext cx="12192000" cy="6720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245B37-382D-4AE2-803A-5C261C42E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165" y="1207577"/>
            <a:ext cx="6559827" cy="51932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C67A42-B780-19DD-F3D8-B11E650A6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"/>
            <a:ext cx="12191695" cy="6720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9BDE1B-5F6A-28B9-0A46-406E9BBEE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713243"/>
            <a:ext cx="5105095" cy="39482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6840" y="769289"/>
            <a:ext cx="9418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US"/>
              <a:t>XIN CHÂN THÀNH CẢM </a:t>
            </a:r>
            <a:r>
              <a:rPr lang="vi-VN"/>
              <a:t>Ơ</a:t>
            </a:r>
            <a:r>
              <a:rPr lang="en-US"/>
              <a:t>N!</a:t>
            </a:r>
            <a:endParaRPr/>
          </a:p>
        </p:txBody>
      </p:sp>
      <p:pic>
        <p:nvPicPr>
          <p:cNvPr id="2050" name="Picture 2" descr="Những hình ảnh cảm ơn đẹp nhất">
            <a:extLst>
              <a:ext uri="{FF2B5EF4-FFF2-40B4-BE49-F238E27FC236}">
                <a16:creationId xmlns:a16="http://schemas.microsoft.com/office/drawing/2014/main" id="{7791C501-5B21-1DCD-69F8-134A3D08A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270" y="0"/>
            <a:ext cx="1231127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222</TotalTime>
  <Words>385</Words>
  <Application>Microsoft Office PowerPoint</Application>
  <PresentationFormat>Widescreen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DucTuss</dc:creator>
  <cp:keywords/>
  <dc:description>generated using python-pptx</dc:description>
  <cp:lastModifiedBy>đức tú vũ</cp:lastModifiedBy>
  <cp:revision>10</cp:revision>
  <dcterms:created xsi:type="dcterms:W3CDTF">2013-01-27T09:14:16Z</dcterms:created>
  <dcterms:modified xsi:type="dcterms:W3CDTF">2026-06-14T16:29:42Z</dcterms:modified>
  <cp:category/>
</cp:coreProperties>
</file>